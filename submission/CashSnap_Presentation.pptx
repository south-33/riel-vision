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3F8EFC"/>
                </a:solidFill>
                <a:latin typeface="Arial"/>
              </a:defRPr>
            </a:pPr>
            <a:r>
              <a:t>CashSnap</a:t>
            </a:r>
          </a:p>
          <a:p>
            <a:pPr>
              <a:spcAft>
                <a:spcPts val="2000"/>
              </a:spcAft>
              <a:defRPr sz="2800">
                <a:solidFill>
                  <a:srgbClr val="DCDCDC"/>
                </a:solidFill>
                <a:latin typeface="Arial"/>
              </a:defRPr>
            </a:pPr>
            <a:r>
              <a:t>Khmer Riel &amp; US Dollar Cash Counting Assistant</a:t>
            </a:r>
          </a:p>
          <a:p>
            <a:pPr>
              <a:defRPr sz="1600">
                <a:solidFill>
                  <a:srgbClr val="808080"/>
                </a:solidFill>
                <a:latin typeface="Arial"/>
              </a:defRPr>
            </a:pPr>
            <a:r>
              <a:t>AI-Assisted Computer Vision App | Course Assignment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The Problem: Cash Counting is Not Simple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Traditional object detection models struggle in real-world retail (wet markets, corner shops).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Banknotes are rarely clean or isolated; they are folded, wet, dirty, or crinkled.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Banknotes are frequently overlapped or fanned, obscuring denomination evidence.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Naive object detectors will count each visible banknote fragment separately, leading to severe overcounting.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A robust computer vision solution requires two-stage detection + classification combined with fragment fusion.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Challenging Real-World Cases Handled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Overlapped &amp; Fanned Notes: Differentiating overlapping note stacks and thin visible edges.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Hand Occlusions: Identifying denominations even when hands or fingers block details.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Note Condition Randomization: Recognising dirty, wet, crinkled, or low-contrast paper in circulation.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Dual Currency Environment: Supporting mixed US Dollar (USD) and Khmer Riel (KHR) notes simultaneously.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Negative Props: Handling background distractors like empty tables, receipts, or wallets without false counting.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Counterfeit Disclaimer: Explicitly built for cash counting assistance; counterfeit detection is out of scope.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App Features &amp; PRD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Camera &amp; Upload: Take photos using phone/webcam or upload saved images (JPEG/PNG).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Image Preview &amp; Retake: Double-check clarity and retake/re-upload if blurry.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Banknote Detection &amp; Denomination Recognition: Fast YOLO bounding box proposals.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Fragment Fusion: AI fuses separate fragment predictions back into physical note counts.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Count &amp; Total calculation: Provides final quantities per denomination and total values by currency.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Confidence &amp; Warnings: Warns users of low-confidence predictions to prompt manual double-checking.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End-to-End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1. Open CashSnap: Launches in mobile phone browser.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2. Capture/Upload: User takes a cash photo or uploads an existing saved image.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3. Review Preview: User checks the photo on screen and clicks 'Count'.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4. Hugging Face Inference: Image is sent securely to Hugging Face API.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5. Detection &amp; Fusion: System classifies fragments and fuses them into physical note units.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6. Display Totals: App renders bounding boxes, counts per denomination, and final currency totals.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System Flow: BPMN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Two-Lane Flowchart: maps user interaction vs backend system processing.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Hugging Face Integration: includes camera capture -&gt; API request -&gt; results display.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Fragment Fusion Gate: decides if enough denomination evidence exists to calculate total counts.</a:t>
            </a:r>
          </a:p>
        </p:txBody>
      </p:sp>
      <p:pic>
        <p:nvPicPr>
          <p:cNvPr id="4" name="Picture 3" descr="bpm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Hugging Face API &amp;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Preprocessing: Resize and normalize the image to 416x416 resolution.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Detector Stage: Runs YOLOv8-style object detection to propose bounding boxes and potential fragments.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Classification Stage: Crops detection regions and overrides denomination using MobileNetV3 classifier.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Fragment Fusion: Implements IoU matching (0.85 threshold) to fuse multiple fragments into a physical note.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Value Mapping: Aggregates counts and calculates total amounts for USD and KHR currencies.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Offline Demo Mode: Graceful fallback utilizing preloaded test images and mock responses if API is 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Synthetic Data Engine (WebGL Renderer)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Scaling Unit: Generating massive pre-training data is difficult with physical banknote photos.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WebGL Renderer: Generates synthetic images + pixel-perfect ID masks, bounding boxes, and counts.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Circulation Wear: Models creases, wet patches, crinkles, speckles, and surface dirt.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Lighting Diversity: Incorporates various environments using equirectangular HDRI mapping.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Fragment Labels: Marks connected visible components to guide downstream fusion, rather than guessing hidden note boxes.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WebGL Synthetic Data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A: Note condition batches (Speckling &amp; creasing wear randomization).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B: HD variant renderings (Edge quality and texture verification).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C: Poly Haven HDRI reviews (Lighting reflection and surface glossiness QA).</a:t>
            </a:r>
          </a:p>
        </p:txBody>
      </p:sp>
      <p:pic>
        <p:nvPicPr>
          <p:cNvPr id="4" name="Picture 3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  <p:pic>
        <p:nvPicPr>
          <p:cNvPr id="5" name="Picture 4" descr="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F8EFC"/>
                </a:solidFill>
                <a:latin typeface="Arial"/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Mature clean note detection vs. weak dense overlap and fanned note counting.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Synthetic-to-real transfer validation remains the primary bottleneck.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Need for rights-clean phone-captured fan/overlap stress labels for transfer scoreboards.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Default HDRI reflections require further CC0 register verification.</a:t>
            </a:r>
          </a:p>
          <a:p>
            <a:pPr>
              <a:spcAft>
                <a:spcPts val="1200"/>
              </a:spcAft>
              <a:defRPr sz="1800">
                <a:solidFill>
                  <a:srgbClr val="DCDCDC"/>
                </a:solidFill>
                <a:latin typeface="Arial"/>
              </a:defRPr>
            </a:pPr>
            <a:r>
              <a:t>Warning: The WebGL synthetic rendering is robust, but real-world fan/overlap validation is still the next major proof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